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5" r:id="rId8"/>
    <p:sldId id="268" r:id="rId9"/>
    <p:sldId id="267" r:id="rId10"/>
    <p:sldId id="266" r:id="rId11"/>
    <p:sldId id="269" r:id="rId12"/>
    <p:sldId id="270" r:id="rId13"/>
    <p:sldId id="271" r:id="rId14"/>
    <p:sldId id="262" r:id="rId15"/>
    <p:sldId id="263" r:id="rId16"/>
    <p:sldId id="272" r:id="rId17"/>
    <p:sldId id="264" r:id="rId18"/>
    <p:sldId id="273" r:id="rId1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CE495-6D51-4BD4-9E12-69A158DE78FA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3822180-E0B9-47DB-A0BD-AF8F809856BB}">
      <dgm:prSet/>
      <dgm:spPr/>
      <dgm:t>
        <a:bodyPr/>
        <a:lstStyle/>
        <a:p>
          <a:r>
            <a:rPr lang="uk-UA"/>
            <a:t>1). Займ. Що це</a:t>
          </a:r>
          <a:r>
            <a:rPr lang="en-US"/>
            <a:t>?</a:t>
          </a:r>
        </a:p>
      </dgm:t>
    </dgm:pt>
    <dgm:pt modelId="{ABF29546-11F4-4F0B-9FED-9403A9B8C65F}" type="parTrans" cxnId="{9C6B9E91-D75C-40B9-95F3-0DD1ABEC2CBD}">
      <dgm:prSet/>
      <dgm:spPr/>
      <dgm:t>
        <a:bodyPr/>
        <a:lstStyle/>
        <a:p>
          <a:endParaRPr lang="en-US"/>
        </a:p>
      </dgm:t>
    </dgm:pt>
    <dgm:pt modelId="{FCEFC4FF-A2CE-4107-AFD6-D678FAE926B3}" type="sibTrans" cxnId="{9C6B9E91-D75C-40B9-95F3-0DD1ABEC2CBD}">
      <dgm:prSet/>
      <dgm:spPr/>
      <dgm:t>
        <a:bodyPr/>
        <a:lstStyle/>
        <a:p>
          <a:endParaRPr lang="en-US"/>
        </a:p>
      </dgm:t>
    </dgm:pt>
    <dgm:pt modelId="{66B19F03-F3E6-4412-9FD7-405080F82E04}">
      <dgm:prSet/>
      <dgm:spPr/>
      <dgm:t>
        <a:bodyPr/>
        <a:lstStyle/>
        <a:p>
          <a:r>
            <a:rPr lang="en-US" dirty="0"/>
            <a:t>2). </a:t>
          </a:r>
          <a:r>
            <a:rPr lang="uk-UA" dirty="0"/>
            <a:t>Аналіз та підготовка даних</a:t>
          </a:r>
          <a:r>
            <a:rPr lang="en-US" dirty="0"/>
            <a:t>;</a:t>
          </a:r>
        </a:p>
      </dgm:t>
    </dgm:pt>
    <dgm:pt modelId="{008B6A7D-1C38-4EBF-9441-85AA3DBD8144}" type="parTrans" cxnId="{58F2C275-DA9D-45FE-AB2C-BB7DD42B7F38}">
      <dgm:prSet/>
      <dgm:spPr/>
      <dgm:t>
        <a:bodyPr/>
        <a:lstStyle/>
        <a:p>
          <a:endParaRPr lang="en-US"/>
        </a:p>
      </dgm:t>
    </dgm:pt>
    <dgm:pt modelId="{1E224960-ACC1-4886-A2E2-AEEBD40F51C1}" type="sibTrans" cxnId="{58F2C275-DA9D-45FE-AB2C-BB7DD42B7F38}">
      <dgm:prSet/>
      <dgm:spPr/>
      <dgm:t>
        <a:bodyPr/>
        <a:lstStyle/>
        <a:p>
          <a:endParaRPr lang="en-US"/>
        </a:p>
      </dgm:t>
    </dgm:pt>
    <dgm:pt modelId="{652F6105-D3CB-49E5-A47B-9DD7B32A30C6}">
      <dgm:prSet/>
      <dgm:spPr/>
      <dgm:t>
        <a:bodyPr/>
        <a:lstStyle/>
        <a:p>
          <a:r>
            <a:rPr lang="en-US"/>
            <a:t>3). </a:t>
          </a:r>
          <a:r>
            <a:rPr lang="uk-UA"/>
            <a:t>Розробка моделі машинного навчання</a:t>
          </a:r>
          <a:r>
            <a:rPr lang="en-US"/>
            <a:t>;</a:t>
          </a:r>
        </a:p>
      </dgm:t>
    </dgm:pt>
    <dgm:pt modelId="{87AFDD10-2DBD-4417-8693-BBB928FE1FD1}" type="parTrans" cxnId="{08A52897-61E3-45B9-9FF4-F429BD5BD4B6}">
      <dgm:prSet/>
      <dgm:spPr/>
      <dgm:t>
        <a:bodyPr/>
        <a:lstStyle/>
        <a:p>
          <a:endParaRPr lang="en-US"/>
        </a:p>
      </dgm:t>
    </dgm:pt>
    <dgm:pt modelId="{0E5C2D98-8E3E-44D4-869C-21CF471A1164}" type="sibTrans" cxnId="{08A52897-61E3-45B9-9FF4-F429BD5BD4B6}">
      <dgm:prSet/>
      <dgm:spPr/>
      <dgm:t>
        <a:bodyPr/>
        <a:lstStyle/>
        <a:p>
          <a:endParaRPr lang="en-US"/>
        </a:p>
      </dgm:t>
    </dgm:pt>
    <dgm:pt modelId="{246E2834-1612-4EBC-ABA6-5E461B3AC908}">
      <dgm:prSet/>
      <dgm:spPr/>
      <dgm:t>
        <a:bodyPr/>
        <a:lstStyle/>
        <a:p>
          <a:r>
            <a:rPr lang="en-US" dirty="0"/>
            <a:t>4). </a:t>
          </a:r>
          <a:r>
            <a:rPr lang="uk-UA" dirty="0"/>
            <a:t>Візуалізація даних</a:t>
          </a:r>
          <a:r>
            <a:rPr lang="en-US" dirty="0"/>
            <a:t>;</a:t>
          </a:r>
        </a:p>
      </dgm:t>
    </dgm:pt>
    <dgm:pt modelId="{E4A55027-D19A-4AB7-91F7-FFB1FB1781E9}" type="parTrans" cxnId="{5618CC30-1DCB-4A6F-A25E-993ADDB0114C}">
      <dgm:prSet/>
      <dgm:spPr/>
      <dgm:t>
        <a:bodyPr/>
        <a:lstStyle/>
        <a:p>
          <a:endParaRPr lang="en-US"/>
        </a:p>
      </dgm:t>
    </dgm:pt>
    <dgm:pt modelId="{65846D36-38D6-4EB3-B980-FAD10A2392C0}" type="sibTrans" cxnId="{5618CC30-1DCB-4A6F-A25E-993ADDB0114C}">
      <dgm:prSet/>
      <dgm:spPr/>
      <dgm:t>
        <a:bodyPr/>
        <a:lstStyle/>
        <a:p>
          <a:endParaRPr lang="en-US"/>
        </a:p>
      </dgm:t>
    </dgm:pt>
    <dgm:pt modelId="{6C199B75-D6DA-4B12-B252-86F149F300E3}">
      <dgm:prSet/>
      <dgm:spPr/>
      <dgm:t>
        <a:bodyPr/>
        <a:lstStyle/>
        <a:p>
          <a:r>
            <a:rPr lang="en-US" dirty="0"/>
            <a:t>5). </a:t>
          </a:r>
          <a:r>
            <a:rPr lang="uk-UA" dirty="0"/>
            <a:t>Розробка веб-сторінки у </a:t>
          </a:r>
          <a:r>
            <a:rPr lang="sk-SK" dirty="0"/>
            <a:t>Django</a:t>
          </a:r>
          <a:r>
            <a:rPr lang="en-US" dirty="0"/>
            <a:t>;</a:t>
          </a:r>
        </a:p>
      </dgm:t>
    </dgm:pt>
    <dgm:pt modelId="{6D989FC5-61F6-4B73-9D55-EA63CC27FAC8}" type="parTrans" cxnId="{44267B0F-F29A-4257-91E7-4AFAAF588678}">
      <dgm:prSet/>
      <dgm:spPr/>
      <dgm:t>
        <a:bodyPr/>
        <a:lstStyle/>
        <a:p>
          <a:endParaRPr lang="en-US"/>
        </a:p>
      </dgm:t>
    </dgm:pt>
    <dgm:pt modelId="{8915185B-20CE-4D6E-A014-4B014478710C}" type="sibTrans" cxnId="{44267B0F-F29A-4257-91E7-4AFAAF588678}">
      <dgm:prSet/>
      <dgm:spPr/>
      <dgm:t>
        <a:bodyPr/>
        <a:lstStyle/>
        <a:p>
          <a:endParaRPr lang="en-US"/>
        </a:p>
      </dgm:t>
    </dgm:pt>
    <dgm:pt modelId="{4B65E9F2-54DE-4CBC-AD3E-45BA233AECE6}">
      <dgm:prSet/>
      <dgm:spPr/>
      <dgm:t>
        <a:bodyPr/>
        <a:lstStyle/>
        <a:p>
          <a:r>
            <a:rPr lang="en-US" dirty="0"/>
            <a:t>6).</a:t>
          </a:r>
          <a:r>
            <a:rPr lang="uk-UA" dirty="0"/>
            <a:t> Тестування та </a:t>
          </a:r>
          <a:r>
            <a:rPr lang="uk-UA" dirty="0" err="1"/>
            <a:t>валідація</a:t>
          </a:r>
          <a:r>
            <a:rPr lang="en-US" dirty="0"/>
            <a:t>;</a:t>
          </a:r>
        </a:p>
      </dgm:t>
    </dgm:pt>
    <dgm:pt modelId="{3B9B6B7A-40E5-4B09-BBBD-FBAC40DE67B3}" type="parTrans" cxnId="{1F6B5BDE-0644-49E1-8EDF-A3D4F2BA3175}">
      <dgm:prSet/>
      <dgm:spPr/>
      <dgm:t>
        <a:bodyPr/>
        <a:lstStyle/>
        <a:p>
          <a:endParaRPr lang="en-US"/>
        </a:p>
      </dgm:t>
    </dgm:pt>
    <dgm:pt modelId="{43A6C2B2-C213-4C1A-B621-966137AD0183}" type="sibTrans" cxnId="{1F6B5BDE-0644-49E1-8EDF-A3D4F2BA3175}">
      <dgm:prSet/>
      <dgm:spPr/>
      <dgm:t>
        <a:bodyPr/>
        <a:lstStyle/>
        <a:p>
          <a:endParaRPr lang="en-US"/>
        </a:p>
      </dgm:t>
    </dgm:pt>
    <dgm:pt modelId="{7648A129-C1D7-4173-8CB4-79257A78DD05}">
      <dgm:prSet/>
      <dgm:spPr/>
      <dgm:t>
        <a:bodyPr/>
        <a:lstStyle/>
        <a:p>
          <a:r>
            <a:rPr lang="uk-UA" dirty="0"/>
            <a:t>7). Висновок.</a:t>
          </a:r>
          <a:endParaRPr lang="en-US" dirty="0"/>
        </a:p>
      </dgm:t>
    </dgm:pt>
    <dgm:pt modelId="{C1F82A04-EA2C-43C2-BE91-EC6893A641F0}" type="parTrans" cxnId="{0F9E48E1-DCC6-4BCE-847C-515C82AB4D31}">
      <dgm:prSet/>
      <dgm:spPr/>
      <dgm:t>
        <a:bodyPr/>
        <a:lstStyle/>
        <a:p>
          <a:endParaRPr lang="en-US"/>
        </a:p>
      </dgm:t>
    </dgm:pt>
    <dgm:pt modelId="{CD166EC0-CBA6-486F-8D5F-C341AD8532D4}" type="sibTrans" cxnId="{0F9E48E1-DCC6-4BCE-847C-515C82AB4D31}">
      <dgm:prSet/>
      <dgm:spPr/>
      <dgm:t>
        <a:bodyPr/>
        <a:lstStyle/>
        <a:p>
          <a:endParaRPr lang="en-US"/>
        </a:p>
      </dgm:t>
    </dgm:pt>
    <dgm:pt modelId="{DCDC2310-2220-4968-A4D6-D850FD93790A}" type="pres">
      <dgm:prSet presAssocID="{602CE495-6D51-4BD4-9E12-69A158DE78FA}" presName="linear" presStyleCnt="0">
        <dgm:presLayoutVars>
          <dgm:animLvl val="lvl"/>
          <dgm:resizeHandles val="exact"/>
        </dgm:presLayoutVars>
      </dgm:prSet>
      <dgm:spPr/>
    </dgm:pt>
    <dgm:pt modelId="{F1C07C31-11BD-4B21-97F1-F7CFF2334E02}" type="pres">
      <dgm:prSet presAssocID="{A3822180-E0B9-47DB-A0BD-AF8F809856B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A15CF6E-59A1-42FA-9252-78F75E643F14}" type="pres">
      <dgm:prSet presAssocID="{FCEFC4FF-A2CE-4107-AFD6-D678FAE926B3}" presName="spacer" presStyleCnt="0"/>
      <dgm:spPr/>
    </dgm:pt>
    <dgm:pt modelId="{AB3E2A68-95AD-4D17-8F29-9B33AC74053B}" type="pres">
      <dgm:prSet presAssocID="{66B19F03-F3E6-4412-9FD7-405080F82E0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D709EDF-5405-4A61-8B64-BFEF125F7B17}" type="pres">
      <dgm:prSet presAssocID="{1E224960-ACC1-4886-A2E2-AEEBD40F51C1}" presName="spacer" presStyleCnt="0"/>
      <dgm:spPr/>
    </dgm:pt>
    <dgm:pt modelId="{8AD34397-7885-46A1-84B1-07E5BADA60A3}" type="pres">
      <dgm:prSet presAssocID="{652F6105-D3CB-49E5-A47B-9DD7B32A30C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A129DC7-6E00-4523-9E01-4060FA042FA7}" type="pres">
      <dgm:prSet presAssocID="{0E5C2D98-8E3E-44D4-869C-21CF471A1164}" presName="spacer" presStyleCnt="0"/>
      <dgm:spPr/>
    </dgm:pt>
    <dgm:pt modelId="{7FAC2DF2-9981-4182-82C1-3469D6C492B2}" type="pres">
      <dgm:prSet presAssocID="{246E2834-1612-4EBC-ABA6-5E461B3AC90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ECAD686-16FE-4EB4-B953-51EDE1BBD24F}" type="pres">
      <dgm:prSet presAssocID="{65846D36-38D6-4EB3-B980-FAD10A2392C0}" presName="spacer" presStyleCnt="0"/>
      <dgm:spPr/>
    </dgm:pt>
    <dgm:pt modelId="{24482C9A-13CB-4CAF-A3AA-EDD1F436288D}" type="pres">
      <dgm:prSet presAssocID="{6C199B75-D6DA-4B12-B252-86F149F300E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6407839-B084-42BC-8E7E-01993EDED49F}" type="pres">
      <dgm:prSet presAssocID="{8915185B-20CE-4D6E-A014-4B014478710C}" presName="spacer" presStyleCnt="0"/>
      <dgm:spPr/>
    </dgm:pt>
    <dgm:pt modelId="{E8A74C31-73AC-4959-AF42-D99220D79D65}" type="pres">
      <dgm:prSet presAssocID="{4B65E9F2-54DE-4CBC-AD3E-45BA233AECE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6129352-FABF-49D6-96D1-DE2CD0530961}" type="pres">
      <dgm:prSet presAssocID="{43A6C2B2-C213-4C1A-B621-966137AD0183}" presName="spacer" presStyleCnt="0"/>
      <dgm:spPr/>
    </dgm:pt>
    <dgm:pt modelId="{206C041B-044F-4FCE-8534-5BDD7492B43E}" type="pres">
      <dgm:prSet presAssocID="{7648A129-C1D7-4173-8CB4-79257A78DD0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4267B0F-F29A-4257-91E7-4AFAAF588678}" srcId="{602CE495-6D51-4BD4-9E12-69A158DE78FA}" destId="{6C199B75-D6DA-4B12-B252-86F149F300E3}" srcOrd="4" destOrd="0" parTransId="{6D989FC5-61F6-4B73-9D55-EA63CC27FAC8}" sibTransId="{8915185B-20CE-4D6E-A014-4B014478710C}"/>
    <dgm:cxn modelId="{5618CC30-1DCB-4A6F-A25E-993ADDB0114C}" srcId="{602CE495-6D51-4BD4-9E12-69A158DE78FA}" destId="{246E2834-1612-4EBC-ABA6-5E461B3AC908}" srcOrd="3" destOrd="0" parTransId="{E4A55027-D19A-4AB7-91F7-FFB1FB1781E9}" sibTransId="{65846D36-38D6-4EB3-B980-FAD10A2392C0}"/>
    <dgm:cxn modelId="{89CB6B37-3B76-4CD5-B426-ABAC7FEAC925}" type="presOf" srcId="{246E2834-1612-4EBC-ABA6-5E461B3AC908}" destId="{7FAC2DF2-9981-4182-82C1-3469D6C492B2}" srcOrd="0" destOrd="0" presId="urn:microsoft.com/office/officeart/2005/8/layout/vList2"/>
    <dgm:cxn modelId="{58F2C275-DA9D-45FE-AB2C-BB7DD42B7F38}" srcId="{602CE495-6D51-4BD4-9E12-69A158DE78FA}" destId="{66B19F03-F3E6-4412-9FD7-405080F82E04}" srcOrd="1" destOrd="0" parTransId="{008B6A7D-1C38-4EBF-9441-85AA3DBD8144}" sibTransId="{1E224960-ACC1-4886-A2E2-AEEBD40F51C1}"/>
    <dgm:cxn modelId="{75D1D977-EB19-42AB-A304-8A498F6380DB}" type="presOf" srcId="{7648A129-C1D7-4173-8CB4-79257A78DD05}" destId="{206C041B-044F-4FCE-8534-5BDD7492B43E}" srcOrd="0" destOrd="0" presId="urn:microsoft.com/office/officeart/2005/8/layout/vList2"/>
    <dgm:cxn modelId="{D3FB5058-21A2-46F2-80C9-6865BC860FBD}" type="presOf" srcId="{66B19F03-F3E6-4412-9FD7-405080F82E04}" destId="{AB3E2A68-95AD-4D17-8F29-9B33AC74053B}" srcOrd="0" destOrd="0" presId="urn:microsoft.com/office/officeart/2005/8/layout/vList2"/>
    <dgm:cxn modelId="{C8486779-DDC2-4FF5-A78E-7CDF325F6537}" type="presOf" srcId="{602CE495-6D51-4BD4-9E12-69A158DE78FA}" destId="{DCDC2310-2220-4968-A4D6-D850FD93790A}" srcOrd="0" destOrd="0" presId="urn:microsoft.com/office/officeart/2005/8/layout/vList2"/>
    <dgm:cxn modelId="{40591583-A793-4A64-B156-1BB98AE059FC}" type="presOf" srcId="{A3822180-E0B9-47DB-A0BD-AF8F809856BB}" destId="{F1C07C31-11BD-4B21-97F1-F7CFF2334E02}" srcOrd="0" destOrd="0" presId="urn:microsoft.com/office/officeart/2005/8/layout/vList2"/>
    <dgm:cxn modelId="{9C6B9E91-D75C-40B9-95F3-0DD1ABEC2CBD}" srcId="{602CE495-6D51-4BD4-9E12-69A158DE78FA}" destId="{A3822180-E0B9-47DB-A0BD-AF8F809856BB}" srcOrd="0" destOrd="0" parTransId="{ABF29546-11F4-4F0B-9FED-9403A9B8C65F}" sibTransId="{FCEFC4FF-A2CE-4107-AFD6-D678FAE926B3}"/>
    <dgm:cxn modelId="{08A52897-61E3-45B9-9FF4-F429BD5BD4B6}" srcId="{602CE495-6D51-4BD4-9E12-69A158DE78FA}" destId="{652F6105-D3CB-49E5-A47B-9DD7B32A30C6}" srcOrd="2" destOrd="0" parTransId="{87AFDD10-2DBD-4417-8693-BBB928FE1FD1}" sibTransId="{0E5C2D98-8E3E-44D4-869C-21CF471A1164}"/>
    <dgm:cxn modelId="{C58D8FAD-F2AD-412C-9142-43D33B801181}" type="presOf" srcId="{6C199B75-D6DA-4B12-B252-86F149F300E3}" destId="{24482C9A-13CB-4CAF-A3AA-EDD1F436288D}" srcOrd="0" destOrd="0" presId="urn:microsoft.com/office/officeart/2005/8/layout/vList2"/>
    <dgm:cxn modelId="{926C1BD6-C545-44A4-9757-4FB46B643816}" type="presOf" srcId="{4B65E9F2-54DE-4CBC-AD3E-45BA233AECE6}" destId="{E8A74C31-73AC-4959-AF42-D99220D79D65}" srcOrd="0" destOrd="0" presId="urn:microsoft.com/office/officeart/2005/8/layout/vList2"/>
    <dgm:cxn modelId="{C2B191DC-A8DC-4925-9BDC-60BD416DE7B7}" type="presOf" srcId="{652F6105-D3CB-49E5-A47B-9DD7B32A30C6}" destId="{8AD34397-7885-46A1-84B1-07E5BADA60A3}" srcOrd="0" destOrd="0" presId="urn:microsoft.com/office/officeart/2005/8/layout/vList2"/>
    <dgm:cxn modelId="{1F6B5BDE-0644-49E1-8EDF-A3D4F2BA3175}" srcId="{602CE495-6D51-4BD4-9E12-69A158DE78FA}" destId="{4B65E9F2-54DE-4CBC-AD3E-45BA233AECE6}" srcOrd="5" destOrd="0" parTransId="{3B9B6B7A-40E5-4B09-BBBD-FBAC40DE67B3}" sibTransId="{43A6C2B2-C213-4C1A-B621-966137AD0183}"/>
    <dgm:cxn modelId="{0F9E48E1-DCC6-4BCE-847C-515C82AB4D31}" srcId="{602CE495-6D51-4BD4-9E12-69A158DE78FA}" destId="{7648A129-C1D7-4173-8CB4-79257A78DD05}" srcOrd="6" destOrd="0" parTransId="{C1F82A04-EA2C-43C2-BE91-EC6893A641F0}" sibTransId="{CD166EC0-CBA6-486F-8D5F-C341AD8532D4}"/>
    <dgm:cxn modelId="{F48A93C0-F2C5-4BC6-8A43-742314E80AEF}" type="presParOf" srcId="{DCDC2310-2220-4968-A4D6-D850FD93790A}" destId="{F1C07C31-11BD-4B21-97F1-F7CFF2334E02}" srcOrd="0" destOrd="0" presId="urn:microsoft.com/office/officeart/2005/8/layout/vList2"/>
    <dgm:cxn modelId="{43230DD4-81C4-459B-BAE9-810BAA5F65FB}" type="presParOf" srcId="{DCDC2310-2220-4968-A4D6-D850FD93790A}" destId="{7A15CF6E-59A1-42FA-9252-78F75E643F14}" srcOrd="1" destOrd="0" presId="urn:microsoft.com/office/officeart/2005/8/layout/vList2"/>
    <dgm:cxn modelId="{86FC6390-F5CA-4635-8144-34CD72E9F1CB}" type="presParOf" srcId="{DCDC2310-2220-4968-A4D6-D850FD93790A}" destId="{AB3E2A68-95AD-4D17-8F29-9B33AC74053B}" srcOrd="2" destOrd="0" presId="urn:microsoft.com/office/officeart/2005/8/layout/vList2"/>
    <dgm:cxn modelId="{3681414B-16F8-483D-BC6C-8B8623B888A4}" type="presParOf" srcId="{DCDC2310-2220-4968-A4D6-D850FD93790A}" destId="{0D709EDF-5405-4A61-8B64-BFEF125F7B17}" srcOrd="3" destOrd="0" presId="urn:microsoft.com/office/officeart/2005/8/layout/vList2"/>
    <dgm:cxn modelId="{E9C92E4A-0984-421F-BD3B-F8F91F5BCE73}" type="presParOf" srcId="{DCDC2310-2220-4968-A4D6-D850FD93790A}" destId="{8AD34397-7885-46A1-84B1-07E5BADA60A3}" srcOrd="4" destOrd="0" presId="urn:microsoft.com/office/officeart/2005/8/layout/vList2"/>
    <dgm:cxn modelId="{76D70C50-25C8-45C6-91A7-CF9972F5A1BC}" type="presParOf" srcId="{DCDC2310-2220-4968-A4D6-D850FD93790A}" destId="{0A129DC7-6E00-4523-9E01-4060FA042FA7}" srcOrd="5" destOrd="0" presId="urn:microsoft.com/office/officeart/2005/8/layout/vList2"/>
    <dgm:cxn modelId="{1E05182B-401C-4AFE-86F4-33C8644C5E2D}" type="presParOf" srcId="{DCDC2310-2220-4968-A4D6-D850FD93790A}" destId="{7FAC2DF2-9981-4182-82C1-3469D6C492B2}" srcOrd="6" destOrd="0" presId="urn:microsoft.com/office/officeart/2005/8/layout/vList2"/>
    <dgm:cxn modelId="{947AF884-E39D-4A11-90C3-F99CEFAABDF0}" type="presParOf" srcId="{DCDC2310-2220-4968-A4D6-D850FD93790A}" destId="{1ECAD686-16FE-4EB4-B953-51EDE1BBD24F}" srcOrd="7" destOrd="0" presId="urn:microsoft.com/office/officeart/2005/8/layout/vList2"/>
    <dgm:cxn modelId="{D497E5BA-4552-4456-9F2E-B22E7FB9D533}" type="presParOf" srcId="{DCDC2310-2220-4968-A4D6-D850FD93790A}" destId="{24482C9A-13CB-4CAF-A3AA-EDD1F436288D}" srcOrd="8" destOrd="0" presId="urn:microsoft.com/office/officeart/2005/8/layout/vList2"/>
    <dgm:cxn modelId="{7426184F-4FF6-41C3-9F6C-6A9D3187AA4B}" type="presParOf" srcId="{DCDC2310-2220-4968-A4D6-D850FD93790A}" destId="{56407839-B084-42BC-8E7E-01993EDED49F}" srcOrd="9" destOrd="0" presId="urn:microsoft.com/office/officeart/2005/8/layout/vList2"/>
    <dgm:cxn modelId="{C2CDFFF0-40C7-43B6-8F77-1FB96932E6CF}" type="presParOf" srcId="{DCDC2310-2220-4968-A4D6-D850FD93790A}" destId="{E8A74C31-73AC-4959-AF42-D99220D79D65}" srcOrd="10" destOrd="0" presId="urn:microsoft.com/office/officeart/2005/8/layout/vList2"/>
    <dgm:cxn modelId="{DB58DCB0-512F-44FE-9C6D-E090DD817F86}" type="presParOf" srcId="{DCDC2310-2220-4968-A4D6-D850FD93790A}" destId="{36129352-FABF-49D6-96D1-DE2CD0530961}" srcOrd="11" destOrd="0" presId="urn:microsoft.com/office/officeart/2005/8/layout/vList2"/>
    <dgm:cxn modelId="{8DF9DA74-FBD4-4CF1-94F2-DF2A473F7F48}" type="presParOf" srcId="{DCDC2310-2220-4968-A4D6-D850FD93790A}" destId="{206C041B-044F-4FCE-8534-5BDD7492B43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07C31-11BD-4B21-97F1-F7CFF2334E02}">
      <dsp:nvSpPr>
        <dsp:cNvPr id="0" name=""/>
        <dsp:cNvSpPr/>
      </dsp:nvSpPr>
      <dsp:spPr>
        <a:xfrm>
          <a:off x="0" y="103144"/>
          <a:ext cx="4646905" cy="4422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/>
            <a:t>1). Займ. Що це</a:t>
          </a:r>
          <a:r>
            <a:rPr lang="en-US" sz="1800" kern="1200"/>
            <a:t>?</a:t>
          </a:r>
        </a:p>
      </dsp:txBody>
      <dsp:txXfrm>
        <a:off x="21589" y="124733"/>
        <a:ext cx="4603727" cy="399082"/>
      </dsp:txXfrm>
    </dsp:sp>
    <dsp:sp modelId="{AB3E2A68-95AD-4D17-8F29-9B33AC74053B}">
      <dsp:nvSpPr>
        <dsp:cNvPr id="0" name=""/>
        <dsp:cNvSpPr/>
      </dsp:nvSpPr>
      <dsp:spPr>
        <a:xfrm>
          <a:off x="0" y="597244"/>
          <a:ext cx="4646905" cy="442260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2). </a:t>
          </a:r>
          <a:r>
            <a:rPr lang="uk-UA" sz="1800" kern="1200" dirty="0"/>
            <a:t>Аналіз та підготовка даних</a:t>
          </a:r>
          <a:r>
            <a:rPr lang="en-US" sz="1800" kern="1200" dirty="0"/>
            <a:t>;</a:t>
          </a:r>
        </a:p>
      </dsp:txBody>
      <dsp:txXfrm>
        <a:off x="21589" y="618833"/>
        <a:ext cx="4603727" cy="399082"/>
      </dsp:txXfrm>
    </dsp:sp>
    <dsp:sp modelId="{8AD34397-7885-46A1-84B1-07E5BADA60A3}">
      <dsp:nvSpPr>
        <dsp:cNvPr id="0" name=""/>
        <dsp:cNvSpPr/>
      </dsp:nvSpPr>
      <dsp:spPr>
        <a:xfrm>
          <a:off x="0" y="1091344"/>
          <a:ext cx="4646905" cy="44226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3). </a:t>
          </a:r>
          <a:r>
            <a:rPr lang="uk-UA" sz="1800" kern="1200"/>
            <a:t>Розробка моделі машинного навчання</a:t>
          </a:r>
          <a:r>
            <a:rPr lang="en-US" sz="1800" kern="1200"/>
            <a:t>;</a:t>
          </a:r>
        </a:p>
      </dsp:txBody>
      <dsp:txXfrm>
        <a:off x="21589" y="1112933"/>
        <a:ext cx="4603727" cy="399082"/>
      </dsp:txXfrm>
    </dsp:sp>
    <dsp:sp modelId="{7FAC2DF2-9981-4182-82C1-3469D6C492B2}">
      <dsp:nvSpPr>
        <dsp:cNvPr id="0" name=""/>
        <dsp:cNvSpPr/>
      </dsp:nvSpPr>
      <dsp:spPr>
        <a:xfrm>
          <a:off x="0" y="1585444"/>
          <a:ext cx="4646905" cy="4422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4). </a:t>
          </a:r>
          <a:r>
            <a:rPr lang="uk-UA" sz="1800" kern="1200" dirty="0"/>
            <a:t>Візуалізація даних</a:t>
          </a:r>
          <a:r>
            <a:rPr lang="en-US" sz="1800" kern="1200" dirty="0"/>
            <a:t>;</a:t>
          </a:r>
        </a:p>
      </dsp:txBody>
      <dsp:txXfrm>
        <a:off x="21589" y="1607033"/>
        <a:ext cx="4603727" cy="399082"/>
      </dsp:txXfrm>
    </dsp:sp>
    <dsp:sp modelId="{24482C9A-13CB-4CAF-A3AA-EDD1F436288D}">
      <dsp:nvSpPr>
        <dsp:cNvPr id="0" name=""/>
        <dsp:cNvSpPr/>
      </dsp:nvSpPr>
      <dsp:spPr>
        <a:xfrm>
          <a:off x="0" y="2079544"/>
          <a:ext cx="4646905" cy="44226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5). </a:t>
          </a:r>
          <a:r>
            <a:rPr lang="uk-UA" sz="1800" kern="1200" dirty="0"/>
            <a:t>Розробка веб-сторінки у </a:t>
          </a:r>
          <a:r>
            <a:rPr lang="sk-SK" sz="1800" kern="1200" dirty="0"/>
            <a:t>Django</a:t>
          </a:r>
          <a:r>
            <a:rPr lang="en-US" sz="1800" kern="1200" dirty="0"/>
            <a:t>;</a:t>
          </a:r>
        </a:p>
      </dsp:txBody>
      <dsp:txXfrm>
        <a:off x="21589" y="2101133"/>
        <a:ext cx="4603727" cy="399082"/>
      </dsp:txXfrm>
    </dsp:sp>
    <dsp:sp modelId="{E8A74C31-73AC-4959-AF42-D99220D79D65}">
      <dsp:nvSpPr>
        <dsp:cNvPr id="0" name=""/>
        <dsp:cNvSpPr/>
      </dsp:nvSpPr>
      <dsp:spPr>
        <a:xfrm>
          <a:off x="0" y="2573644"/>
          <a:ext cx="4646905" cy="442260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6).</a:t>
          </a:r>
          <a:r>
            <a:rPr lang="uk-UA" sz="1800" kern="1200" dirty="0"/>
            <a:t> Тестування та </a:t>
          </a:r>
          <a:r>
            <a:rPr lang="uk-UA" sz="1800" kern="1200" dirty="0" err="1"/>
            <a:t>валідація</a:t>
          </a:r>
          <a:r>
            <a:rPr lang="en-US" sz="1800" kern="1200" dirty="0"/>
            <a:t>;</a:t>
          </a:r>
        </a:p>
      </dsp:txBody>
      <dsp:txXfrm>
        <a:off x="21589" y="2595233"/>
        <a:ext cx="4603727" cy="399082"/>
      </dsp:txXfrm>
    </dsp:sp>
    <dsp:sp modelId="{206C041B-044F-4FCE-8534-5BDD7492B43E}">
      <dsp:nvSpPr>
        <dsp:cNvPr id="0" name=""/>
        <dsp:cNvSpPr/>
      </dsp:nvSpPr>
      <dsp:spPr>
        <a:xfrm>
          <a:off x="0" y="3067744"/>
          <a:ext cx="4646905" cy="4422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7). Висновок.</a:t>
          </a:r>
          <a:endParaRPr lang="en-US" sz="1800" kern="1200" dirty="0"/>
        </a:p>
      </dsp:txBody>
      <dsp:txXfrm>
        <a:off x="21589" y="3089333"/>
        <a:ext cx="4603727" cy="399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2FEBB-B1BA-9F76-1B5A-C9F3A7162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4420DC7-2262-FA78-B2DB-A08F899A6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B36B0D0-5610-129E-B576-99A503AA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F439B0-8CF8-5DDF-A8D0-12A84249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9FC0CC-BCA2-F38E-D5AE-417F8D7F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814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1F35A-994C-DD6C-F749-9D2B6391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1FF09A5-C4D3-EDF4-BF5D-EF5C33837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8998284-2A94-0892-9AD5-663BB1DF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AF8DD2-D84F-2ECA-B9BB-BB2837D5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7489618-D8E2-D0DA-6DDA-A36179E9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234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4631E-F038-9108-9C3E-AEB0C0417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E7E96DF-2B30-4FF7-43F2-523058BB4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B2749EE-1153-9C0A-679F-8F0020B2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CF275D2-26FD-308C-12C3-F26C4D0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56E3B95-84E6-0F31-3F3D-AC6ECD24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08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31764-3AC9-AF6F-9DD9-08D07E9E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C0D7667-9E80-226C-A557-14AD974E5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E4D0A10-4856-E3DB-D0BA-17CD531B7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467148A-AFB3-74CE-E6FE-0170D793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28F5EBE-CCA6-4B25-CABA-F05D2D08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8091151-5002-E4F2-9294-5E2B020F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622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4106B-4931-1C52-813B-178D87BF3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375EAEB-D09D-5FD5-8ABF-66B074DC6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784962F-13E4-7ABD-8D61-B270B46B5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2CBFF15-DA01-8A4A-7032-D68FA1197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45CAD5B-EA63-8B54-292F-11C0D283E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9F7F938-9067-DD5A-7323-EE2305AF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7023E7E-021D-C07E-5F6C-7910E3C2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690043F-946E-A0EA-DB95-726F7EB9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822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3591E-8114-CB8B-FE4A-22D861B2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2B528DD-9AF4-D8C3-F52B-46FB11189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0CB8869-5A59-0CF3-4A09-3A49AB6F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BE978BB-8D9B-ED5C-E64A-60F9FDD4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730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A74BC1A-2E1C-B209-A1ED-ADFDBBA9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A2860BD-D9AD-3AED-E77D-C91ED3B2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C747E02-016E-C365-E7CE-4502511C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458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CC5F6-B2FA-F830-6237-4ED4B0FA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53E99E-11EA-37C2-9D8B-8D1C7BFF6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FA59FE6-02D0-5DE3-3BBA-490C417A9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CD654B2-C144-5F92-7DE1-8EED7BB8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51914D2-9BB6-B186-E08C-3204F5A4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5E4A9C9-B55A-0C30-0D9D-DDE3C5BB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237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916F8-F115-9AC2-CF0A-722330AFB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D52A4C4-B3EF-158E-24DF-F998CAFC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8DF222E-3D40-3E9B-22A5-2CC7D14D3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09CCA0B-678E-BA0A-B952-C61DE631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B0D0414-138E-2E19-D546-C1CF290F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46A74CB-ACE4-F1CE-C317-AE4FD868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282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56AD6-4D39-88CF-AB57-09F305D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382D552-7421-6D70-F4AB-189E29741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87F9A1-5986-F160-06E1-28717909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5F50DBC-6374-7164-9765-0B774AB20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0725E3-6564-6491-62CA-533AC178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576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F53B941-5015-17E1-A19A-6C9F9EAB6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9A183F7-A050-B3A3-CDB9-4C8D48793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6F88216-2CFE-CD1C-7F76-46F7823C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E6E891E-0C8D-5B29-1DB9-0D7904E2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A86E84A-65A3-F6C5-D6C1-601EA6FF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957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90A3F9A-11E6-2262-6DA6-079256DE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A0C228C-F43C-7BE8-BF30-FEB85ECA9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0EEB3F-EDF1-FB7D-B030-B316714A9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C62FF-E68D-4F8F-8B0E-16B3521F8B52}" type="datetimeFigureOut">
              <a:rPr lang="uk-UA" smtClean="0"/>
              <a:t>18.10.2025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36947F9-E7DE-52B1-60E1-21BA4AFBD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44EED6B-AB0F-3286-364F-F6AE95688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754CA-4A71-4456-B78D-F2372CFF77E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02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nff7/Project_loan_approvi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460DE-E34A-B66E-399A-F9B7905F7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uk-UA" sz="6600" b="1" dirty="0"/>
              <a:t>Передбачення схвалення займу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F18B31F-A109-AAEB-84E8-1399A720C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uk-UA" dirty="0"/>
              <a:t>Давидов Денис</a:t>
            </a:r>
          </a:p>
          <a:p>
            <a:pPr algn="l"/>
            <a:r>
              <a:rPr lang="uk-UA" dirty="0"/>
              <a:t>Група </a:t>
            </a:r>
            <a:r>
              <a:rPr lang="en-US" dirty="0"/>
              <a:t>Python 9 Online</a:t>
            </a:r>
            <a:endParaRPr lang="uk-UA" dirty="0"/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7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3ACFD-D87F-74CA-C80B-DFD52EE7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uk-UA" sz="4000" b="1" dirty="0"/>
              <a:t>Структура презентації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E63B1-F2BA-01C5-20AB-0CF6487F6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00" r="202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graphicFrame>
        <p:nvGraphicFramePr>
          <p:cNvPr id="5" name="Місце для вмісту 2">
            <a:extLst>
              <a:ext uri="{FF2B5EF4-FFF2-40B4-BE49-F238E27FC236}">
                <a16:creationId xmlns:a16="http://schemas.microsoft.com/office/drawing/2014/main" id="{F03C0CC2-476C-2DD8-D8BB-4D3238B06F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309924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86400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DF32B-30CF-4C05-9080-A007A942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 err="1"/>
              <a:t>Займ</a:t>
            </a:r>
            <a:r>
              <a:rPr lang="en-US" sz="6600" b="1" dirty="0"/>
              <a:t>. </a:t>
            </a:r>
            <a:br>
              <a:rPr lang="en-US" sz="6600" b="1" dirty="0"/>
            </a:br>
            <a:r>
              <a:rPr lang="en-US" sz="6600" b="1" dirty="0" err="1"/>
              <a:t>Що</a:t>
            </a:r>
            <a:r>
              <a:rPr lang="en-US" sz="6600" b="1" dirty="0"/>
              <a:t> </a:t>
            </a:r>
            <a:r>
              <a:rPr lang="en-US" sz="6600" b="1" dirty="0" err="1"/>
              <a:t>це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Займи для студентів та безробітних: де і як взяти? - ProstoZaim">
            <a:extLst>
              <a:ext uri="{FF2B5EF4-FFF2-40B4-BE49-F238E27FC236}">
                <a16:creationId xmlns:a16="http://schemas.microsoft.com/office/drawing/2014/main" id="{27D46CF9-5484-9F49-4F1F-CE88F15616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71"/>
          <a:stretch>
            <a:fillRect/>
          </a:stretch>
        </p:blipFill>
        <p:spPr bwMode="auto">
          <a:xfrm>
            <a:off x="5390746" y="640080"/>
            <a:ext cx="5741715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948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26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7D926-C4A2-F37E-44F9-5E4FBA8FB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Аналіз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та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підготовка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даних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Аналіз статті (Аналіз наукової статті)">
            <a:extLst>
              <a:ext uri="{FF2B5EF4-FFF2-40B4-BE49-F238E27FC236}">
                <a16:creationId xmlns:a16="http://schemas.microsoft.com/office/drawing/2014/main" id="{B79BC4E7-1B3A-F141-76CB-1DF5F24EC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129" y="2022668"/>
            <a:ext cx="3027679" cy="23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954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1ECED-8E00-0E63-65F7-BA283D34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8432"/>
            <a:ext cx="5597236" cy="492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Розробка</a:t>
            </a: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моделі</a:t>
            </a: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машинного</a:t>
            </a: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навчання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 descr="Вступ до Machine Learning: знайомство з моделями | DOU">
            <a:extLst>
              <a:ext uri="{FF2B5EF4-FFF2-40B4-BE49-F238E27FC236}">
                <a16:creationId xmlns:a16="http://schemas.microsoft.com/office/drawing/2014/main" id="{13CFAEF0-70B9-591D-52F4-AE3F4B3B8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233" y="2296160"/>
            <a:ext cx="2529840" cy="226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9099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A499A-2C8A-6F13-77E6-4492BE2F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938" y="1905000"/>
            <a:ext cx="8201552" cy="22957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Візуалізація</a:t>
            </a:r>
            <a:r>
              <a:rPr 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даних</a:t>
            </a:r>
            <a:r>
              <a:rPr 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126338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Місце для вмісту 31" descr="Зображення, що містить знімок екрана, Прямокутник, квадрат, Паралель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2FA02FC1-0186-D53E-8C3D-545CB7381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566" y="-18393"/>
            <a:ext cx="13011525" cy="6763406"/>
          </a:xfrm>
        </p:spPr>
      </p:pic>
    </p:spTree>
    <p:extLst>
      <p:ext uri="{BB962C8B-B14F-4D97-AF65-F5344CB8AC3E}">
        <p14:creationId xmlns:p14="http://schemas.microsoft.com/office/powerpoint/2010/main" val="93964475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Місце для вмісту 8" descr="Зображення, що містить текст, знімок екран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5938B67C-3B0B-8C9F-0E49-C39407136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28331" cy="6858000"/>
          </a:xfrm>
        </p:spPr>
      </p:pic>
    </p:spTree>
    <p:extLst>
      <p:ext uri="{BB962C8B-B14F-4D97-AF65-F5344CB8AC3E}">
        <p14:creationId xmlns:p14="http://schemas.microsoft.com/office/powerpoint/2010/main" val="191335841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Місце для вмісту 8" descr="Зображення, що містить текст, знімок екрана, Шрифт, чис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5FADE3AD-163C-5EA4-240C-5CFA48DE5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6841"/>
            <a:ext cx="12715313" cy="7204841"/>
          </a:xfrm>
        </p:spPr>
      </p:pic>
    </p:spTree>
    <p:extLst>
      <p:ext uri="{BB962C8B-B14F-4D97-AF65-F5344CB8AC3E}">
        <p14:creationId xmlns:p14="http://schemas.microsoft.com/office/powerpoint/2010/main" val="179581922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Місце для вмісту 4" descr="Зображення, що містить схема, текст, Прямокутник, знімок екран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2FC7D687-7F3E-EB23-DF53-7E3CFC03E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7965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Місце для вмісту 10" descr="Зображення, що містить знімок екрана, текст, Прямокутник, квадра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2C69E9FE-B11F-0BC4-AA94-915EC8521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4" y="0"/>
            <a:ext cx="12076386" cy="6858000"/>
          </a:xfrm>
        </p:spPr>
      </p:pic>
    </p:spTree>
    <p:extLst>
      <p:ext uri="{BB962C8B-B14F-4D97-AF65-F5344CB8AC3E}">
        <p14:creationId xmlns:p14="http://schemas.microsoft.com/office/powerpoint/2010/main" val="223938546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Місце для вмісту 4" descr="Зображення, що містить знімок екрана, схема, Графік, текс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43CF66F-0946-E964-295C-82F74F253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9679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Місце для вмісту 14" descr="Зображення, що містить схема, Графік, знімок екрана, текс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2E6D591E-F0CA-1746-B335-C5AD6101E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09" y="-485505"/>
            <a:ext cx="12239172" cy="7343505"/>
          </a:xfrm>
        </p:spPr>
      </p:pic>
    </p:spTree>
    <p:extLst>
      <p:ext uri="{BB962C8B-B14F-4D97-AF65-F5344CB8AC3E}">
        <p14:creationId xmlns:p14="http://schemas.microsoft.com/office/powerpoint/2010/main" val="424728241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C3651-D458-A1F4-C882-BF9CBF53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Розробка</a:t>
            </a:r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веб-сторінки</a:t>
            </a:r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у Django</a:t>
            </a:r>
            <a:endParaRPr lang="en-US" sz="6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7E0A8-B5EB-668C-1B13-E2E5CC54639A}"/>
              </a:ext>
            </a:extLst>
          </p:cNvPr>
          <p:cNvSpPr txBox="1"/>
          <p:nvPr/>
        </p:nvSpPr>
        <p:spPr>
          <a:xfrm>
            <a:off x="2753033" y="4428620"/>
            <a:ext cx="69269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  <a:hlinkClick r:id="rId2"/>
              </a:rPr>
              <a:t>https://github.com/Denff7/Project_loan_approving</a:t>
            </a:r>
            <a:endParaRPr lang="uk-UA" sz="2400" dirty="0">
              <a:solidFill>
                <a:schemeClr val="bg1"/>
              </a:solidFill>
            </a:endParaRPr>
          </a:p>
          <a:p>
            <a:endParaRPr lang="uk-U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1471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290DE-9A06-CBF3-CAC3-A5FA25D7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312" y="3413638"/>
            <a:ext cx="6589707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8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Тестування</a:t>
            </a:r>
            <a:r>
              <a:rPr lang="en-US" sz="8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та</a:t>
            </a:r>
            <a:r>
              <a:rPr lang="en-US" sz="8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валідація</a:t>
            </a:r>
            <a:endParaRPr lang="en-US" sz="8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600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F19B711-C590-44D1-9AA8-9F143B0E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C79CF2-6A1C-4636-84CE-ABB2BE191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D17DF-AD65-402C-A95C-F13C770C9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Місце для вмісту 6" descr="Зображення, що містить текст, знімок екрана, число, Шриф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E2AC84A6-B703-F711-72FF-B28921BE8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139" y="921960"/>
            <a:ext cx="5125213" cy="500793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13" name="Рисунок 12" descr="Зображення, що містить текст, знімок екрана, візитна картка, Шриф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4F481032-62F9-9076-9692-A1F0FAAC7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780124"/>
            <a:ext cx="4199861" cy="32916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62808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BCB1D-F250-1710-6269-AFCBA8E3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Висновок</a:t>
            </a:r>
            <a:endParaRPr lang="en-US" sz="11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18455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23DC9B4-13A9-8C8D-EA7D-88A265223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8560" y="1652444"/>
            <a:ext cx="8582025" cy="2177328"/>
          </a:xfrm>
        </p:spPr>
        <p:txBody>
          <a:bodyPr anchor="ctr">
            <a:normAutofit/>
          </a:bodyPr>
          <a:lstStyle/>
          <a:p>
            <a:r>
              <a:rPr lang="ru-RU" sz="7200" b="1" dirty="0" err="1"/>
              <a:t>Дякую</a:t>
            </a:r>
            <a:r>
              <a:rPr lang="ru-RU" sz="7200" b="1" dirty="0"/>
              <a:t> за </a:t>
            </a:r>
            <a:r>
              <a:rPr lang="ru-RU" sz="7200" b="1" dirty="0" err="1"/>
              <a:t>увагу</a:t>
            </a:r>
            <a:r>
              <a:rPr lang="ru-RU" sz="7200" b="1" dirty="0"/>
              <a:t>!</a:t>
            </a:r>
            <a:endParaRPr lang="uk-UA" sz="7200" b="1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859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96</Words>
  <Application>Microsoft Office PowerPoint</Application>
  <PresentationFormat>Широкий екран</PresentationFormat>
  <Paragraphs>20</Paragraphs>
  <Slides>18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Тема Office</vt:lpstr>
      <vt:lpstr>Передбачення схвалення займу</vt:lpstr>
      <vt:lpstr>Структура презентації</vt:lpstr>
      <vt:lpstr>Займ.  Що це?</vt:lpstr>
      <vt:lpstr>Аналіз та підготовка даних</vt:lpstr>
      <vt:lpstr>Розробка моделі машинного навчання</vt:lpstr>
      <vt:lpstr>Візуалізація даних: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Розробка веб-сторінки у Django</vt:lpstr>
      <vt:lpstr>Тестування та валідація</vt:lpstr>
      <vt:lpstr>Презентація PowerPoint</vt:lpstr>
      <vt:lpstr>Висновок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Denys Davydov</dc:creator>
  <cp:lastModifiedBy>Denys Davydov</cp:lastModifiedBy>
  <cp:revision>2</cp:revision>
  <dcterms:created xsi:type="dcterms:W3CDTF">2025-10-18T12:35:47Z</dcterms:created>
  <dcterms:modified xsi:type="dcterms:W3CDTF">2025-10-18T16:33:18Z</dcterms:modified>
</cp:coreProperties>
</file>